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83" r:id="rId3"/>
    <p:sldId id="273" r:id="rId4"/>
    <p:sldId id="276" r:id="rId5"/>
    <p:sldId id="275" r:id="rId6"/>
    <p:sldId id="277" r:id="rId7"/>
    <p:sldId id="286" r:id="rId8"/>
    <p:sldId id="284" r:id="rId9"/>
    <p:sldId id="287" r:id="rId10"/>
    <p:sldId id="285" r:id="rId11"/>
    <p:sldId id="280" r:id="rId12"/>
    <p:sldId id="281" r:id="rId13"/>
    <p:sldId id="28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2"/>
    <p:restoredTop sz="93537"/>
  </p:normalViewPr>
  <p:slideViewPr>
    <p:cSldViewPr snapToGrid="0" snapToObjects="1">
      <p:cViewPr varScale="1">
        <p:scale>
          <a:sx n="119" d="100"/>
          <a:sy n="119" d="100"/>
        </p:scale>
        <p:origin x="10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D9D4C-FCC7-5F48-A9DE-71F175A2F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E6DEB4-AE77-CC48-A5CD-506DA1BA3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5D28A-D31A-624A-86CF-CD44C97A5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90CE-BE8E-7E4B-9B67-11CEB3AEEF49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A16E3-99C0-F04B-A683-782944526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CCD37-4EDF-E247-B47A-64F58D723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92A4F-DED7-3342-B3E4-06796A033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827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1CE43-C5B3-0245-82D6-5C949C87B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22BD4-055B-5F4B-AE31-D2B4BFEBE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5332F-8A90-584F-B3A5-D8D9587F5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90CE-BE8E-7E4B-9B67-11CEB3AEEF49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CF153-10FB-8944-8D7D-B08B721CB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6840D-5FD9-A045-8C3A-49BBB8F16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92A4F-DED7-3342-B3E4-06796A033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214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B73D9-C2CA-634F-804B-48F0DEB64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0D921-78D1-1242-8321-32AC712E1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75448-BE58-0C4A-8FD1-A3A7A488F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90CE-BE8E-7E4B-9B67-11CEB3AEEF49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5E8FD-7F92-FA4E-B917-52AE664B3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9C560-5CF7-B740-9EF8-F3409F272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92A4F-DED7-3342-B3E4-06796A033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295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D601D-A477-104A-8071-50F3CB203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517BF-E81B-E84A-8459-8B8E54DEEA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ECA16-56E4-2E42-848E-2F9D89E83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A37E5A-89D2-2C4D-90FE-CF14491E8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90CE-BE8E-7E4B-9B67-11CEB3AEEF49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45042-8AB9-CC43-B04D-CD9841589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9923A-8FD1-1F42-92C5-2FCFCDB58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92A4F-DED7-3342-B3E4-06796A033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28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F8216-5E63-D749-B3A3-CC5A8DC36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FB7B1-4107-3249-825D-96FBCF2AC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AEFEDE-E9A0-B94A-A53F-4B62DBEAB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EE06BD-8095-0A46-897E-E35E7A1ED2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26AAB9-BF4D-3B44-A649-FE44B91C6D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CC2747-DC02-894C-A21E-9F3A22B88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90CE-BE8E-7E4B-9B67-11CEB3AEEF49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968436-5D20-7040-A703-9C42CA776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25FE9-943A-FD49-BA79-6DB0A14F1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92A4F-DED7-3342-B3E4-06796A033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803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B6A69-5A6F-0A4D-9590-CEE44E072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817AC-EED0-5140-8FDC-B4993CF50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90CE-BE8E-7E4B-9B67-11CEB3AEEF49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A3017D-1045-2E40-AD0B-6E2BBC1D1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CBFE6C-F31D-AE44-B30A-8E23F2B8F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92A4F-DED7-3342-B3E4-06796A033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5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BFA8D8-66F2-564E-9CBD-E9B45A9D2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90CE-BE8E-7E4B-9B67-11CEB3AEEF49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BF0E61-8E56-9A4D-AD28-5321960E0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B437B-41E6-724F-B707-8549FCDF4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92A4F-DED7-3342-B3E4-06796A033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62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E7546-FE36-604D-83C0-20ACFAF16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A3C18-6DDE-1540-8F9D-D460D3E83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393381-CFBB-AC46-BEA3-05B9D82B7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93898-632A-F340-B911-024367AD0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90CE-BE8E-7E4B-9B67-11CEB3AEEF49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CB0DA4-8491-BF47-8287-0844794CA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17291-5C5F-8D41-B4C3-DBF66A11D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92A4F-DED7-3342-B3E4-06796A033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630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4FC48-9FD3-7043-9C13-BF0F0E597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297E50-B5CE-4B4A-913F-7429EED937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C7024-00C9-F043-B137-414DE8D01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A0E4D-D84E-C34B-8941-DBB73468B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90CE-BE8E-7E4B-9B67-11CEB3AEEF49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B58C7-E054-8847-AECF-258091C79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FFCD8D-83ED-2845-B038-5ADC4E922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92A4F-DED7-3342-B3E4-06796A033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793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85467-A7C7-384B-A3FD-8465AEC5B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C0BF31-536C-FC48-85E9-4F930FCBF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490D0-7042-0F42-8B13-4023738C8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90CE-BE8E-7E4B-9B67-11CEB3AEEF49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BE006-C2CF-4A41-B632-E6E47747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EFA4F-8EC6-F149-9C03-A351E26C0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92A4F-DED7-3342-B3E4-06796A033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526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29E4A0-6EA5-9349-B13D-E0DFFFC144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12B14-A267-9342-8848-92A2ABA24B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E6EBA-56AB-EC44-91D8-296617990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490CE-BE8E-7E4B-9B67-11CEB3AEEF49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4A192-E99A-7B4F-BBCB-3E0983217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40712-9AC9-644F-BE25-28134D800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92A4F-DED7-3342-B3E4-06796A033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842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BE89BF-1C24-A745-8332-788F43EB9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DE10CF-ADB9-214C-9AF4-4DF1DEE79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F4744-36C3-364A-B88F-FB944E9E72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6490CE-BE8E-7E4B-9B67-11CEB3AEEF49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2751B-3769-D74A-8CDF-AA7C313775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8D83B-BEFF-1049-90C5-016C1B52D7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92A4F-DED7-3342-B3E4-06796A033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323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0DE7B-AD76-B179-F823-C5BC48CE6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74762-6BE8-AFDA-1AB5-08BAB812F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Another day of reaping the rewards of the work you have done so far</a:t>
            </a:r>
          </a:p>
          <a:p>
            <a:endParaRPr lang="en-US" dirty="0"/>
          </a:p>
          <a:p>
            <a:r>
              <a:rPr lang="en-US" dirty="0"/>
              <a:t>Two important new ideas</a:t>
            </a:r>
          </a:p>
          <a:p>
            <a:pPr lvl="1"/>
            <a:r>
              <a:rPr lang="en-US" dirty="0"/>
              <a:t>mutual reference / recursion</a:t>
            </a:r>
          </a:p>
          <a:p>
            <a:pPr lvl="2"/>
            <a:r>
              <a:rPr lang="en-US" dirty="0"/>
              <a:t>The hard parts won’t actually be very hard</a:t>
            </a:r>
          </a:p>
          <a:p>
            <a:pPr lvl="3"/>
            <a:r>
              <a:rPr lang="en-US" dirty="0"/>
              <a:t>just trusting natural recursions as usual</a:t>
            </a:r>
          </a:p>
          <a:p>
            <a:pPr lvl="3"/>
            <a:r>
              <a:rPr lang="en-US" dirty="0"/>
              <a:t>not blind trust - we have to get base, contribution and combination right!</a:t>
            </a:r>
          </a:p>
          <a:p>
            <a:pPr lvl="2"/>
            <a:r>
              <a:rPr lang="en-US" dirty="0"/>
              <a:t>The easy parts will require learning some new details</a:t>
            </a:r>
          </a:p>
          <a:p>
            <a:pPr lvl="2"/>
            <a:r>
              <a:rPr lang="en-US" dirty="0"/>
              <a:t>minor housekeeping changes with @</a:t>
            </a:r>
            <a:r>
              <a:rPr lang="en-US" dirty="0" err="1"/>
              <a:t>htdf</a:t>
            </a:r>
            <a:r>
              <a:rPr lang="en-US" dirty="0"/>
              <a:t> @</a:t>
            </a:r>
            <a:r>
              <a:rPr lang="en-US" dirty="0" err="1"/>
              <a:t>htdd</a:t>
            </a:r>
            <a:r>
              <a:rPr lang="en-US" dirty="0"/>
              <a:t> organization</a:t>
            </a:r>
          </a:p>
          <a:p>
            <a:pPr lvl="1"/>
            <a:r>
              <a:rPr lang="en-US" dirty="0"/>
              <a:t>Functions that can fail</a:t>
            </a:r>
          </a:p>
          <a:p>
            <a:pPr lvl="2"/>
            <a:r>
              <a:rPr lang="en-US" dirty="0"/>
              <a:t>or false in signatures</a:t>
            </a:r>
          </a:p>
          <a:p>
            <a:pPr lvl="2"/>
            <a:r>
              <a:rPr lang="en-US" dirty="0"/>
              <a:t>Try-catch template</a:t>
            </a:r>
          </a:p>
        </p:txBody>
      </p:sp>
    </p:spTree>
    <p:extLst>
      <p:ext uri="{BB962C8B-B14F-4D97-AF65-F5344CB8AC3E}">
        <p14:creationId xmlns:p14="http://schemas.microsoft.com/office/powerpoint/2010/main" val="136229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555E50-F970-189B-3088-9B8913E21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922" y="1082566"/>
            <a:ext cx="8134156" cy="45420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FBD7C38-8BDF-8C91-CAF2-65D485B518E9}"/>
              </a:ext>
            </a:extLst>
          </p:cNvPr>
          <p:cNvSpPr txBox="1"/>
          <p:nvPr/>
        </p:nvSpPr>
        <p:spPr>
          <a:xfrm>
            <a:off x="8061435" y="199697"/>
            <a:ext cx="396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Some tree terminology:</a:t>
            </a:r>
          </a:p>
          <a:p>
            <a:r>
              <a:rPr lang="en-US" sz="2400" dirty="0"/>
              <a:t> - leaf nodes have no subs</a:t>
            </a:r>
          </a:p>
          <a:p>
            <a:r>
              <a:rPr lang="en-US" sz="2400" dirty="0"/>
              <a:t> - inner nodes do have subs</a:t>
            </a:r>
          </a:p>
        </p:txBody>
      </p:sp>
    </p:spTree>
    <p:extLst>
      <p:ext uri="{BB962C8B-B14F-4D97-AF65-F5344CB8AC3E}">
        <p14:creationId xmlns:p14="http://schemas.microsoft.com/office/powerpoint/2010/main" val="2555465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E4359F-E159-9689-DA39-01824EE48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36301"/>
            <a:ext cx="7772400" cy="518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928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3460867-6970-415F-B178-B220096FC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7853"/>
            <a:ext cx="7772400" cy="6522293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E5895D96-90FA-8287-5521-1CDEE1429758}"/>
              </a:ext>
            </a:extLst>
          </p:cNvPr>
          <p:cNvSpPr/>
          <p:nvPr/>
        </p:nvSpPr>
        <p:spPr>
          <a:xfrm>
            <a:off x="1597215" y="1186588"/>
            <a:ext cx="3041020" cy="4842175"/>
          </a:xfrm>
          <a:custGeom>
            <a:avLst/>
            <a:gdLst>
              <a:gd name="connsiteX0" fmla="*/ 3069882 w 3069882"/>
              <a:gd name="connsiteY0" fmla="*/ 3268717 h 3496859"/>
              <a:gd name="connsiteX1" fmla="*/ 11372 w 3069882"/>
              <a:gd name="connsiteY1" fmla="*/ 3153104 h 3496859"/>
              <a:gd name="connsiteX2" fmla="*/ 2229054 w 3069882"/>
              <a:gd name="connsiteY2" fmla="*/ 0 h 3496859"/>
              <a:gd name="connsiteX0" fmla="*/ 3027841 w 3027841"/>
              <a:gd name="connsiteY0" fmla="*/ 3515494 h 3638911"/>
              <a:gd name="connsiteX1" fmla="*/ 11372 w 3027841"/>
              <a:gd name="connsiteY1" fmla="*/ 3153104 h 3638911"/>
              <a:gd name="connsiteX2" fmla="*/ 2229054 w 3027841"/>
              <a:gd name="connsiteY2" fmla="*/ 0 h 3638911"/>
              <a:gd name="connsiteX0" fmla="*/ 3028718 w 3028718"/>
              <a:gd name="connsiteY0" fmla="*/ 3778723 h 3902140"/>
              <a:gd name="connsiteX1" fmla="*/ 12249 w 3028718"/>
              <a:gd name="connsiteY1" fmla="*/ 3416333 h 3902140"/>
              <a:gd name="connsiteX2" fmla="*/ 2135338 w 3028718"/>
              <a:gd name="connsiteY2" fmla="*/ 0 h 3902140"/>
              <a:gd name="connsiteX0" fmla="*/ 2860640 w 2860640"/>
              <a:gd name="connsiteY0" fmla="*/ 3736684 h 3873578"/>
              <a:gd name="connsiteX1" fmla="*/ 12249 w 2860640"/>
              <a:gd name="connsiteY1" fmla="*/ 3416333 h 3873578"/>
              <a:gd name="connsiteX2" fmla="*/ 2135338 w 2860640"/>
              <a:gd name="connsiteY2" fmla="*/ 0 h 3873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0640" h="3873578">
                <a:moveTo>
                  <a:pt x="2860640" y="3736684"/>
                </a:moveTo>
                <a:cubicBezTo>
                  <a:pt x="1401454" y="3951270"/>
                  <a:pt x="152387" y="3961119"/>
                  <a:pt x="12249" y="3416333"/>
                </a:cubicBezTo>
                <a:cubicBezTo>
                  <a:pt x="-127889" y="2871547"/>
                  <a:pt x="956428" y="1304159"/>
                  <a:pt x="2135338" y="0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31782E1-D3DD-2CA3-2D32-4F649A665355}"/>
              </a:ext>
            </a:extLst>
          </p:cNvPr>
          <p:cNvSpPr/>
          <p:nvPr/>
        </p:nvSpPr>
        <p:spPr>
          <a:xfrm>
            <a:off x="4762570" y="3595325"/>
            <a:ext cx="1438592" cy="1081778"/>
          </a:xfrm>
          <a:custGeom>
            <a:avLst/>
            <a:gdLst>
              <a:gd name="connsiteX0" fmla="*/ 868101 w 1027371"/>
              <a:gd name="connsiteY0" fmla="*/ 0 h 775504"/>
              <a:gd name="connsiteX1" fmla="*/ 960699 w 1027371"/>
              <a:gd name="connsiteY1" fmla="*/ 185195 h 775504"/>
              <a:gd name="connsiteX2" fmla="*/ 0 w 1027371"/>
              <a:gd name="connsiteY2" fmla="*/ 775504 h 775504"/>
              <a:gd name="connsiteX0" fmla="*/ 1183970 w 1220351"/>
              <a:gd name="connsiteY0" fmla="*/ 0 h 990176"/>
              <a:gd name="connsiteX1" fmla="*/ 960699 w 1220351"/>
              <a:gd name="connsiteY1" fmla="*/ 399867 h 990176"/>
              <a:gd name="connsiteX2" fmla="*/ 0 w 1220351"/>
              <a:gd name="connsiteY2" fmla="*/ 990176 h 990176"/>
              <a:gd name="connsiteX0" fmla="*/ 962189 w 998570"/>
              <a:gd name="connsiteY0" fmla="*/ 0 h 907610"/>
              <a:gd name="connsiteX1" fmla="*/ 738918 w 998570"/>
              <a:gd name="connsiteY1" fmla="*/ 399867 h 907610"/>
              <a:gd name="connsiteX2" fmla="*/ 0 w 998570"/>
              <a:gd name="connsiteY2" fmla="*/ 907610 h 907610"/>
              <a:gd name="connsiteX0" fmla="*/ 868100 w 919877"/>
              <a:gd name="connsiteY0" fmla="*/ 0 h 849813"/>
              <a:gd name="connsiteX1" fmla="*/ 738918 w 919877"/>
              <a:gd name="connsiteY1" fmla="*/ 342070 h 849813"/>
              <a:gd name="connsiteX2" fmla="*/ 0 w 919877"/>
              <a:gd name="connsiteY2" fmla="*/ 849813 h 849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9877" h="849813">
                <a:moveTo>
                  <a:pt x="868100" y="0"/>
                </a:moveTo>
                <a:cubicBezTo>
                  <a:pt x="986741" y="27972"/>
                  <a:pt x="883602" y="212819"/>
                  <a:pt x="738918" y="342070"/>
                </a:cubicBezTo>
                <a:cubicBezTo>
                  <a:pt x="594234" y="471321"/>
                  <a:pt x="408007" y="619284"/>
                  <a:pt x="0" y="849813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91333514-9F9E-47E4-3B3F-6A58F3B9A397}"/>
              </a:ext>
            </a:extLst>
          </p:cNvPr>
          <p:cNvSpPr/>
          <p:nvPr/>
        </p:nvSpPr>
        <p:spPr>
          <a:xfrm>
            <a:off x="5333983" y="4460419"/>
            <a:ext cx="2086329" cy="1599232"/>
          </a:xfrm>
          <a:custGeom>
            <a:avLst/>
            <a:gdLst>
              <a:gd name="connsiteX0" fmla="*/ 1099595 w 1370739"/>
              <a:gd name="connsiteY0" fmla="*/ 1009943 h 1009943"/>
              <a:gd name="connsiteX1" fmla="*/ 1296364 w 1370739"/>
              <a:gd name="connsiteY1" fmla="*/ 37669 h 1009943"/>
              <a:gd name="connsiteX2" fmla="*/ 0 w 1370739"/>
              <a:gd name="connsiteY2" fmla="*/ 292312 h 1009943"/>
              <a:gd name="connsiteX0" fmla="*/ 715348 w 986492"/>
              <a:gd name="connsiteY0" fmla="*/ 1027605 h 1027605"/>
              <a:gd name="connsiteX1" fmla="*/ 912117 w 986492"/>
              <a:gd name="connsiteY1" fmla="*/ 55331 h 1027605"/>
              <a:gd name="connsiteX2" fmla="*/ 0 w 986492"/>
              <a:gd name="connsiteY2" fmla="*/ 207834 h 1027605"/>
              <a:gd name="connsiteX0" fmla="*/ 722737 w 987990"/>
              <a:gd name="connsiteY0" fmla="*/ 1224029 h 1224029"/>
              <a:gd name="connsiteX1" fmla="*/ 912117 w 987990"/>
              <a:gd name="connsiteY1" fmla="*/ 55331 h 1224029"/>
              <a:gd name="connsiteX2" fmla="*/ 0 w 987990"/>
              <a:gd name="connsiteY2" fmla="*/ 207834 h 1224029"/>
              <a:gd name="connsiteX0" fmla="*/ 722737 w 1466805"/>
              <a:gd name="connsiteY0" fmla="*/ 1195496 h 1195496"/>
              <a:gd name="connsiteX1" fmla="*/ 1436761 w 1466805"/>
              <a:gd name="connsiteY1" fmla="*/ 66083 h 1195496"/>
              <a:gd name="connsiteX2" fmla="*/ 0 w 1466805"/>
              <a:gd name="connsiteY2" fmla="*/ 179301 h 1195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66805" h="1195496">
                <a:moveTo>
                  <a:pt x="722737" y="1195496"/>
                </a:moveTo>
                <a:cubicBezTo>
                  <a:pt x="912754" y="769161"/>
                  <a:pt x="1620027" y="185688"/>
                  <a:pt x="1436761" y="66083"/>
                </a:cubicBezTo>
                <a:cubicBezTo>
                  <a:pt x="1253495" y="-53522"/>
                  <a:pt x="556549" y="-7823"/>
                  <a:pt x="0" y="179301"/>
                </a:cubicBezTo>
              </a:path>
            </a:pathLst>
          </a:custGeom>
          <a:noFill/>
          <a:ln w="28575">
            <a:solidFill>
              <a:schemeClr val="accent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12D3AD-A342-AD76-4AF3-B3BD433841FB}"/>
              </a:ext>
            </a:extLst>
          </p:cNvPr>
          <p:cNvSpPr txBox="1"/>
          <p:nvPr/>
        </p:nvSpPr>
        <p:spPr>
          <a:xfrm>
            <a:off x="7407797" y="830577"/>
            <a:ext cx="45257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mutual recursion means these functions come in pairs (2 </a:t>
            </a:r>
            <a:r>
              <a:rPr lang="en-US" sz="2800" u="sng" dirty="0">
                <a:solidFill>
                  <a:srgbClr val="FF0000"/>
                </a:solidFill>
              </a:rPr>
              <a:t>or more</a:t>
            </a:r>
            <a:r>
              <a:rPr lang="en-US" sz="2800" dirty="0">
                <a:solidFill>
                  <a:srgbClr val="FF0000"/>
                </a:solidFill>
              </a:rPr>
              <a:t> in general)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025737-7CB8-7302-7E42-C1398F6C8BC0}"/>
              </a:ext>
            </a:extLst>
          </p:cNvPr>
          <p:cNvSpPr txBox="1"/>
          <p:nvPr/>
        </p:nvSpPr>
        <p:spPr>
          <a:xfrm>
            <a:off x="7332034" y="4677103"/>
            <a:ext cx="746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NR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F1846B-39C7-1B27-A5D2-F7228DE160E9}"/>
              </a:ext>
            </a:extLst>
          </p:cNvPr>
          <p:cNvSpPr txBox="1"/>
          <p:nvPr/>
        </p:nvSpPr>
        <p:spPr>
          <a:xfrm>
            <a:off x="6201162" y="3566207"/>
            <a:ext cx="927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NMR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65E0D0-E79E-3459-3535-903E6DD34F6D}"/>
              </a:ext>
            </a:extLst>
          </p:cNvPr>
          <p:cNvSpPr txBox="1"/>
          <p:nvPr/>
        </p:nvSpPr>
        <p:spPr>
          <a:xfrm>
            <a:off x="1889286" y="2457542"/>
            <a:ext cx="927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NMR</a:t>
            </a:r>
          </a:p>
        </p:txBody>
      </p:sp>
    </p:spTree>
    <p:extLst>
      <p:ext uri="{BB962C8B-B14F-4D97-AF65-F5344CB8AC3E}">
        <p14:creationId xmlns:p14="http://schemas.microsoft.com/office/powerpoint/2010/main" val="2693013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822D56-67B7-3E4E-D97B-BFE50C637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554" y="1305766"/>
            <a:ext cx="7604891" cy="42464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BAF3C7-A526-781F-D6AD-D13EE2D692E7}"/>
              </a:ext>
            </a:extLst>
          </p:cNvPr>
          <p:cNvSpPr txBox="1"/>
          <p:nvPr/>
        </p:nvSpPr>
        <p:spPr>
          <a:xfrm>
            <a:off x="273269" y="746234"/>
            <a:ext cx="46350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L1, L2, I4 etc. are the</a:t>
            </a:r>
          </a:p>
          <a:p>
            <a:r>
              <a:rPr lang="en-US" sz="2400" dirty="0">
                <a:solidFill>
                  <a:srgbClr val="FF0000"/>
                </a:solidFill>
              </a:rPr>
              <a:t>NAMES OF THE CONSTANTS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DB1990D-2FCF-B9A5-E8E1-6A91809D68F5}"/>
              </a:ext>
            </a:extLst>
          </p:cNvPr>
          <p:cNvGrpSpPr/>
          <p:nvPr/>
        </p:nvGrpSpPr>
        <p:grpSpPr>
          <a:xfrm>
            <a:off x="2590800" y="4712262"/>
            <a:ext cx="642280" cy="646331"/>
            <a:chOff x="1008994" y="3272345"/>
            <a:chExt cx="642280" cy="64633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1027B14-41B3-19EA-12C4-2488B99E91FA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08298CD-81E4-940C-1D30-FB21A537454A}"/>
                </a:ext>
              </a:extLst>
            </p:cNvPr>
            <p:cNvSpPr txBox="1"/>
            <p:nvPr/>
          </p:nvSpPr>
          <p:spPr>
            <a:xfrm>
              <a:off x="1008994" y="3272345"/>
              <a:ext cx="6201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L1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33D96F9-3158-B026-CEDD-5ED97E6BFDE2}"/>
              </a:ext>
            </a:extLst>
          </p:cNvPr>
          <p:cNvGrpSpPr/>
          <p:nvPr/>
        </p:nvGrpSpPr>
        <p:grpSpPr>
          <a:xfrm>
            <a:off x="3836275" y="4712262"/>
            <a:ext cx="642280" cy="646331"/>
            <a:chOff x="1008994" y="3272345"/>
            <a:chExt cx="642280" cy="64633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7246F42-DD73-A906-7EBF-911370C9BBBA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6E924F2-5575-4CD2-1483-483EDEBE54CE}"/>
                </a:ext>
              </a:extLst>
            </p:cNvPr>
            <p:cNvSpPr txBox="1"/>
            <p:nvPr/>
          </p:nvSpPr>
          <p:spPr>
            <a:xfrm>
              <a:off x="1008994" y="3272345"/>
              <a:ext cx="6201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L2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DA7439B-C1B4-720D-830E-E87905FFF528}"/>
              </a:ext>
            </a:extLst>
          </p:cNvPr>
          <p:cNvGrpSpPr/>
          <p:nvPr/>
        </p:nvGrpSpPr>
        <p:grpSpPr>
          <a:xfrm>
            <a:off x="5077644" y="4712262"/>
            <a:ext cx="642280" cy="646331"/>
            <a:chOff x="1008994" y="3272345"/>
            <a:chExt cx="642280" cy="64633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5A12ADC-B461-0299-0394-395F7FA3BBB6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D97E77A-F219-6A23-F492-4C198DF9556D}"/>
                </a:ext>
              </a:extLst>
            </p:cNvPr>
            <p:cNvSpPr txBox="1"/>
            <p:nvPr/>
          </p:nvSpPr>
          <p:spPr>
            <a:xfrm>
              <a:off x="1008994" y="3272345"/>
              <a:ext cx="6201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L3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87E46BF-00CA-8C0E-1228-DD96149FFB42}"/>
              </a:ext>
            </a:extLst>
          </p:cNvPr>
          <p:cNvGrpSpPr/>
          <p:nvPr/>
        </p:nvGrpSpPr>
        <p:grpSpPr>
          <a:xfrm>
            <a:off x="6421821" y="3613931"/>
            <a:ext cx="642280" cy="646331"/>
            <a:chOff x="1008994" y="3272345"/>
            <a:chExt cx="642280" cy="64633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D125A86-BCEF-CDA5-B235-C45CEADE0F57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325A83D-2882-F948-9B94-7BA03C0CDFC3}"/>
                </a:ext>
              </a:extLst>
            </p:cNvPr>
            <p:cNvSpPr txBox="1"/>
            <p:nvPr/>
          </p:nvSpPr>
          <p:spPr>
            <a:xfrm>
              <a:off x="1008994" y="3272345"/>
              <a:ext cx="6201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L4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414DB02-D2DE-E88A-3A68-18EB13033C07}"/>
              </a:ext>
            </a:extLst>
          </p:cNvPr>
          <p:cNvGrpSpPr/>
          <p:nvPr/>
        </p:nvGrpSpPr>
        <p:grpSpPr>
          <a:xfrm>
            <a:off x="7698828" y="3613931"/>
            <a:ext cx="642280" cy="646331"/>
            <a:chOff x="1008994" y="3272345"/>
            <a:chExt cx="642280" cy="646331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587C92B-D94C-3765-7190-2386D481A2FE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79F3A89-A8F9-57A3-6375-31B6AA7D586B}"/>
                </a:ext>
              </a:extLst>
            </p:cNvPr>
            <p:cNvSpPr txBox="1"/>
            <p:nvPr/>
          </p:nvSpPr>
          <p:spPr>
            <a:xfrm>
              <a:off x="1008994" y="3272345"/>
              <a:ext cx="6201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L5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815318-BB84-279C-F114-38D781AE3AE3}"/>
              </a:ext>
            </a:extLst>
          </p:cNvPr>
          <p:cNvGrpSpPr/>
          <p:nvPr/>
        </p:nvGrpSpPr>
        <p:grpSpPr>
          <a:xfrm>
            <a:off x="9032984" y="3613929"/>
            <a:ext cx="642280" cy="646331"/>
            <a:chOff x="1008994" y="3272345"/>
            <a:chExt cx="642280" cy="64633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E15BC18-C70B-A3C7-7081-550430CAED5A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EE8A625-36A7-CED2-53D3-80F55267AB28}"/>
                </a:ext>
              </a:extLst>
            </p:cNvPr>
            <p:cNvSpPr txBox="1"/>
            <p:nvPr/>
          </p:nvSpPr>
          <p:spPr>
            <a:xfrm>
              <a:off x="1008994" y="3272345"/>
              <a:ext cx="6201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L6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A99E59B-E336-5B73-D4EE-9262C382EA60}"/>
              </a:ext>
            </a:extLst>
          </p:cNvPr>
          <p:cNvGrpSpPr/>
          <p:nvPr/>
        </p:nvGrpSpPr>
        <p:grpSpPr>
          <a:xfrm>
            <a:off x="3778467" y="3639448"/>
            <a:ext cx="735725" cy="646331"/>
            <a:chOff x="951186" y="3272343"/>
            <a:chExt cx="735725" cy="646331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B303567-9582-ACCA-170C-437DA21C3BF5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98DBDAC-3892-D44C-F661-23EF3EA17B32}"/>
                </a:ext>
              </a:extLst>
            </p:cNvPr>
            <p:cNvSpPr txBox="1"/>
            <p:nvPr/>
          </p:nvSpPr>
          <p:spPr>
            <a:xfrm>
              <a:off x="951186" y="3272343"/>
              <a:ext cx="7357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I1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86AD5A1-FC94-21D2-9C0B-5D6641C3116C}"/>
              </a:ext>
            </a:extLst>
          </p:cNvPr>
          <p:cNvGrpSpPr/>
          <p:nvPr/>
        </p:nvGrpSpPr>
        <p:grpSpPr>
          <a:xfrm>
            <a:off x="4442918" y="2595236"/>
            <a:ext cx="735725" cy="646331"/>
            <a:chOff x="951186" y="3272343"/>
            <a:chExt cx="735725" cy="646331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4DE7AE2-836F-4382-D290-FEBC9BCB8903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89FCC34-61AB-3C2B-E596-9DD3A837DE5A}"/>
                </a:ext>
              </a:extLst>
            </p:cNvPr>
            <p:cNvSpPr txBox="1"/>
            <p:nvPr/>
          </p:nvSpPr>
          <p:spPr>
            <a:xfrm>
              <a:off x="951186" y="3272343"/>
              <a:ext cx="7357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I2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3A1722D-0811-209D-9EC2-7CAA099F1818}"/>
              </a:ext>
            </a:extLst>
          </p:cNvPr>
          <p:cNvGrpSpPr/>
          <p:nvPr/>
        </p:nvGrpSpPr>
        <p:grpSpPr>
          <a:xfrm>
            <a:off x="8311875" y="2587954"/>
            <a:ext cx="735725" cy="646331"/>
            <a:chOff x="951186" y="3272343"/>
            <a:chExt cx="735725" cy="64633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59472F7-B70F-7DDD-17D7-D1070AB535C7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BE39557-69EF-83F5-9728-3B1A8AFC74AE}"/>
                </a:ext>
              </a:extLst>
            </p:cNvPr>
            <p:cNvSpPr txBox="1"/>
            <p:nvPr/>
          </p:nvSpPr>
          <p:spPr>
            <a:xfrm>
              <a:off x="951186" y="3272343"/>
              <a:ext cx="7357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I3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1537E42-6D50-F72F-2022-C5A63A76EE73}"/>
              </a:ext>
            </a:extLst>
          </p:cNvPr>
          <p:cNvGrpSpPr/>
          <p:nvPr/>
        </p:nvGrpSpPr>
        <p:grpSpPr>
          <a:xfrm>
            <a:off x="5728136" y="1490352"/>
            <a:ext cx="735725" cy="646331"/>
            <a:chOff x="951186" y="3272343"/>
            <a:chExt cx="735725" cy="64633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796581F-949D-F8B1-3A9A-79D76655244D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7FDEDEA-BD52-E933-78BE-D8878C2D146C}"/>
                </a:ext>
              </a:extLst>
            </p:cNvPr>
            <p:cNvSpPr txBox="1"/>
            <p:nvPr/>
          </p:nvSpPr>
          <p:spPr>
            <a:xfrm>
              <a:off x="951186" y="3272343"/>
              <a:ext cx="7357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I4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0356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099696F-BD80-8C80-D9CB-1AF000140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496" y="384273"/>
            <a:ext cx="7772400" cy="49996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B20AC4-A791-BEDB-3FE1-152D5F72FB62}"/>
              </a:ext>
            </a:extLst>
          </p:cNvPr>
          <p:cNvSpPr txBox="1"/>
          <p:nvPr/>
        </p:nvSpPr>
        <p:spPr>
          <a:xfrm>
            <a:off x="8516303" y="2020604"/>
            <a:ext cx="1678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result</a:t>
            </a:r>
            <a:r>
              <a:rPr lang="en-US" dirty="0"/>
              <a:t> will be?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25AC10-AAD5-FF12-8354-7683F93E751F}"/>
              </a:ext>
            </a:extLst>
          </p:cNvPr>
          <p:cNvSpPr txBox="1"/>
          <p:nvPr/>
        </p:nvSpPr>
        <p:spPr>
          <a:xfrm>
            <a:off x="8516303" y="4026267"/>
            <a:ext cx="1678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result</a:t>
            </a:r>
            <a:r>
              <a:rPr lang="en-US" dirty="0"/>
              <a:t> will be?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F2448E-AE3D-A04D-DEAC-83B45BD3B61B}"/>
              </a:ext>
            </a:extLst>
          </p:cNvPr>
          <p:cNvSpPr txBox="1"/>
          <p:nvPr/>
        </p:nvSpPr>
        <p:spPr>
          <a:xfrm>
            <a:off x="8516303" y="5694811"/>
            <a:ext cx="1678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result</a:t>
            </a:r>
            <a:r>
              <a:rPr lang="en-US" dirty="0"/>
              <a:t> will be?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22D1A9F-C611-23B1-5A5D-BAADB25CB1D3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7798676" y="2205270"/>
            <a:ext cx="717627" cy="41313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B16FA62-F8EB-5CCE-A2D3-01E18C05AF99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7704083" y="4210933"/>
            <a:ext cx="812220" cy="2257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F891C00-CB08-EEB3-CCFC-267A418ACA19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7220607" y="4930821"/>
            <a:ext cx="1295696" cy="9486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CC8E239E-82A3-9F15-0BD1-4368472BA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673" y="2243504"/>
            <a:ext cx="20955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390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E5496-FF68-8BC1-EB87-E67F4A0E0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C984C3-8662-96F8-2599-68CA50BBE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554" y="1305766"/>
            <a:ext cx="7604891" cy="42464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9AB4814-F64A-C7F2-156B-099B2C18FAFD}"/>
              </a:ext>
            </a:extLst>
          </p:cNvPr>
          <p:cNvSpPr txBox="1"/>
          <p:nvPr/>
        </p:nvSpPr>
        <p:spPr>
          <a:xfrm>
            <a:off x="273269" y="746234"/>
            <a:ext cx="46350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L1, L2, I4 etc. are the</a:t>
            </a:r>
          </a:p>
          <a:p>
            <a:r>
              <a:rPr lang="en-US" sz="2400" dirty="0">
                <a:solidFill>
                  <a:srgbClr val="FF0000"/>
                </a:solidFill>
              </a:rPr>
              <a:t>NAMES OF THE CONSTANTS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0D8DA81-D8D8-359D-FCE9-5B340F4F13EE}"/>
              </a:ext>
            </a:extLst>
          </p:cNvPr>
          <p:cNvGrpSpPr/>
          <p:nvPr/>
        </p:nvGrpSpPr>
        <p:grpSpPr>
          <a:xfrm>
            <a:off x="2590800" y="4712262"/>
            <a:ext cx="642280" cy="646331"/>
            <a:chOff x="1008994" y="3272345"/>
            <a:chExt cx="642280" cy="64633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B5F4035-04FD-E253-A84A-C67C943CC8F7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10FB18-A71F-FDD9-5859-B87DA43833F1}"/>
                </a:ext>
              </a:extLst>
            </p:cNvPr>
            <p:cNvSpPr txBox="1"/>
            <p:nvPr/>
          </p:nvSpPr>
          <p:spPr>
            <a:xfrm>
              <a:off x="1008994" y="3272345"/>
              <a:ext cx="6201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L1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DD34E53-45A2-0338-3A55-723BCD1B8B31}"/>
              </a:ext>
            </a:extLst>
          </p:cNvPr>
          <p:cNvGrpSpPr/>
          <p:nvPr/>
        </p:nvGrpSpPr>
        <p:grpSpPr>
          <a:xfrm>
            <a:off x="3836275" y="4712262"/>
            <a:ext cx="642280" cy="646331"/>
            <a:chOff x="1008994" y="3272345"/>
            <a:chExt cx="642280" cy="64633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5F1C63D-6D6E-86FD-E5D9-813AE85DFDE3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7D5DD48-7C7B-3E6C-1109-95FDD20AE979}"/>
                </a:ext>
              </a:extLst>
            </p:cNvPr>
            <p:cNvSpPr txBox="1"/>
            <p:nvPr/>
          </p:nvSpPr>
          <p:spPr>
            <a:xfrm>
              <a:off x="1008994" y="3272345"/>
              <a:ext cx="6201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L2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538879-7D89-B458-882C-73535F034893}"/>
              </a:ext>
            </a:extLst>
          </p:cNvPr>
          <p:cNvGrpSpPr/>
          <p:nvPr/>
        </p:nvGrpSpPr>
        <p:grpSpPr>
          <a:xfrm>
            <a:off x="5077644" y="4712262"/>
            <a:ext cx="642280" cy="646331"/>
            <a:chOff x="1008994" y="3272345"/>
            <a:chExt cx="642280" cy="64633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75496D-813A-DC21-DD6D-59A40ED453FA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2E3E071-2BCC-3E56-0C7A-408679685E92}"/>
                </a:ext>
              </a:extLst>
            </p:cNvPr>
            <p:cNvSpPr txBox="1"/>
            <p:nvPr/>
          </p:nvSpPr>
          <p:spPr>
            <a:xfrm>
              <a:off x="1008994" y="3272345"/>
              <a:ext cx="6201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L3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8FF36C5-B79F-DA2D-5F88-EEE95E4C91D5}"/>
              </a:ext>
            </a:extLst>
          </p:cNvPr>
          <p:cNvGrpSpPr/>
          <p:nvPr/>
        </p:nvGrpSpPr>
        <p:grpSpPr>
          <a:xfrm>
            <a:off x="6421821" y="3613931"/>
            <a:ext cx="642280" cy="646331"/>
            <a:chOff x="1008994" y="3272345"/>
            <a:chExt cx="642280" cy="64633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5CE4704-C700-6D71-4FD9-67F3F94B6D77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B17DF58-9356-4B35-85D2-27C7DFEB487C}"/>
                </a:ext>
              </a:extLst>
            </p:cNvPr>
            <p:cNvSpPr txBox="1"/>
            <p:nvPr/>
          </p:nvSpPr>
          <p:spPr>
            <a:xfrm>
              <a:off x="1008994" y="3272345"/>
              <a:ext cx="6201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L4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C91B218-A500-5A3A-BD18-3FB58476887A}"/>
              </a:ext>
            </a:extLst>
          </p:cNvPr>
          <p:cNvGrpSpPr/>
          <p:nvPr/>
        </p:nvGrpSpPr>
        <p:grpSpPr>
          <a:xfrm>
            <a:off x="7698828" y="3613931"/>
            <a:ext cx="642280" cy="646331"/>
            <a:chOff x="1008994" y="3272345"/>
            <a:chExt cx="642280" cy="646331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0DB4DAE-7802-21C4-87A7-9BDE697965D5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2634840-2F74-5961-C67D-EB9A7F94886F}"/>
                </a:ext>
              </a:extLst>
            </p:cNvPr>
            <p:cNvSpPr txBox="1"/>
            <p:nvPr/>
          </p:nvSpPr>
          <p:spPr>
            <a:xfrm>
              <a:off x="1008994" y="3272345"/>
              <a:ext cx="6201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L5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D6F943C-94D8-DC18-4982-61910C506DAD}"/>
              </a:ext>
            </a:extLst>
          </p:cNvPr>
          <p:cNvGrpSpPr/>
          <p:nvPr/>
        </p:nvGrpSpPr>
        <p:grpSpPr>
          <a:xfrm>
            <a:off x="9032984" y="3613929"/>
            <a:ext cx="642280" cy="646331"/>
            <a:chOff x="1008994" y="3272345"/>
            <a:chExt cx="642280" cy="64633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65F6BFB-D9D9-E799-49D3-0BFA108B32FA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771F3D3-D989-0F1D-1B7A-8BB56E3900D7}"/>
                </a:ext>
              </a:extLst>
            </p:cNvPr>
            <p:cNvSpPr txBox="1"/>
            <p:nvPr/>
          </p:nvSpPr>
          <p:spPr>
            <a:xfrm>
              <a:off x="1008994" y="3272345"/>
              <a:ext cx="6201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L6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173CEC8-4491-A616-5FCE-5CFE01646A9F}"/>
              </a:ext>
            </a:extLst>
          </p:cNvPr>
          <p:cNvGrpSpPr/>
          <p:nvPr/>
        </p:nvGrpSpPr>
        <p:grpSpPr>
          <a:xfrm>
            <a:off x="3778467" y="3639448"/>
            <a:ext cx="735725" cy="646331"/>
            <a:chOff x="951186" y="3272343"/>
            <a:chExt cx="735725" cy="646331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82208CA-694E-41BC-8B7B-676A91139A56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DA8B561-6B3C-1E4C-6719-BDCEAECBB952}"/>
                </a:ext>
              </a:extLst>
            </p:cNvPr>
            <p:cNvSpPr txBox="1"/>
            <p:nvPr/>
          </p:nvSpPr>
          <p:spPr>
            <a:xfrm>
              <a:off x="951186" y="3272343"/>
              <a:ext cx="7357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I1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84B4C23-64D7-681D-9B35-EE0855565632}"/>
              </a:ext>
            </a:extLst>
          </p:cNvPr>
          <p:cNvGrpSpPr/>
          <p:nvPr/>
        </p:nvGrpSpPr>
        <p:grpSpPr>
          <a:xfrm>
            <a:off x="4442918" y="2595236"/>
            <a:ext cx="735725" cy="646331"/>
            <a:chOff x="951186" y="3272343"/>
            <a:chExt cx="735725" cy="646331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29B2157-B46F-806C-2BBE-E6B756F5C28F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59EF935-0CE8-6C58-65DC-AC01ECEF44EC}"/>
                </a:ext>
              </a:extLst>
            </p:cNvPr>
            <p:cNvSpPr txBox="1"/>
            <p:nvPr/>
          </p:nvSpPr>
          <p:spPr>
            <a:xfrm>
              <a:off x="951186" y="3272343"/>
              <a:ext cx="7357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I2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2738617-0907-8675-C416-581D10B48F89}"/>
              </a:ext>
            </a:extLst>
          </p:cNvPr>
          <p:cNvGrpSpPr/>
          <p:nvPr/>
        </p:nvGrpSpPr>
        <p:grpSpPr>
          <a:xfrm>
            <a:off x="8311875" y="2587954"/>
            <a:ext cx="735725" cy="646331"/>
            <a:chOff x="951186" y="3272343"/>
            <a:chExt cx="735725" cy="64633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BED25FC-1E84-AD49-3C7D-223E2D3BD6D2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27FB6AA-3C0C-E154-4668-DD46B3DBD9F0}"/>
                </a:ext>
              </a:extLst>
            </p:cNvPr>
            <p:cNvSpPr txBox="1"/>
            <p:nvPr/>
          </p:nvSpPr>
          <p:spPr>
            <a:xfrm>
              <a:off x="951186" y="3272343"/>
              <a:ext cx="7357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I3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3CFCDE-B33E-6895-170F-046F6E0266C1}"/>
              </a:ext>
            </a:extLst>
          </p:cNvPr>
          <p:cNvGrpSpPr/>
          <p:nvPr/>
        </p:nvGrpSpPr>
        <p:grpSpPr>
          <a:xfrm>
            <a:off x="5728136" y="1490352"/>
            <a:ext cx="735725" cy="646331"/>
            <a:chOff x="951186" y="3272343"/>
            <a:chExt cx="735725" cy="64633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1240DA7-CFE5-9C49-73D4-C2F25FEC51CF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EB39F20-FC76-D3D1-E9DB-7BDF4F5119C2}"/>
                </a:ext>
              </a:extLst>
            </p:cNvPr>
            <p:cNvSpPr txBox="1"/>
            <p:nvPr/>
          </p:nvSpPr>
          <p:spPr>
            <a:xfrm>
              <a:off x="951186" y="3272343"/>
              <a:ext cx="7357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I4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6704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DDDF37-08EE-F38F-C857-9DF6A64B3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137" y="535480"/>
            <a:ext cx="7772400" cy="47773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B20AC4-A791-BEDB-3FE1-152D5F72FB62}"/>
              </a:ext>
            </a:extLst>
          </p:cNvPr>
          <p:cNvSpPr txBox="1"/>
          <p:nvPr/>
        </p:nvSpPr>
        <p:spPr>
          <a:xfrm>
            <a:off x="8516303" y="2020604"/>
            <a:ext cx="1678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result</a:t>
            </a:r>
            <a:r>
              <a:rPr lang="en-US" dirty="0"/>
              <a:t> will be?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25AC10-AAD5-FF12-8354-7683F93E751F}"/>
              </a:ext>
            </a:extLst>
          </p:cNvPr>
          <p:cNvSpPr txBox="1"/>
          <p:nvPr/>
        </p:nvSpPr>
        <p:spPr>
          <a:xfrm>
            <a:off x="8516303" y="4026267"/>
            <a:ext cx="1678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result</a:t>
            </a:r>
            <a:r>
              <a:rPr lang="en-US" dirty="0"/>
              <a:t> will be?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F2448E-AE3D-A04D-DEAC-83B45BD3B61B}"/>
              </a:ext>
            </a:extLst>
          </p:cNvPr>
          <p:cNvSpPr txBox="1"/>
          <p:nvPr/>
        </p:nvSpPr>
        <p:spPr>
          <a:xfrm>
            <a:off x="8516303" y="5694811"/>
            <a:ext cx="1678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result</a:t>
            </a:r>
            <a:r>
              <a:rPr lang="en-US" dirty="0"/>
              <a:t> will be?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22D1A9F-C611-23B1-5A5D-BAADB25CB1D3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7798676" y="2205270"/>
            <a:ext cx="717627" cy="41313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B16FA62-F8EB-5CCE-A2D3-01E18C05AF99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7704083" y="4210933"/>
            <a:ext cx="812220" cy="2257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F891C00-CB08-EEB3-CCFC-267A418ACA19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7220607" y="4930821"/>
            <a:ext cx="1295696" cy="9486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3E4117B4-E9E3-87BD-EEB5-6F2C259A7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203" y="2315356"/>
            <a:ext cx="20955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157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F5A11-6E09-7F49-A451-07F02875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7DEAE7-351A-F52E-F5C3-E6D2130F8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554" y="1305766"/>
            <a:ext cx="7604891" cy="42464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9376985-80F8-D111-72DA-ABE901F2C50F}"/>
              </a:ext>
            </a:extLst>
          </p:cNvPr>
          <p:cNvSpPr txBox="1"/>
          <p:nvPr/>
        </p:nvSpPr>
        <p:spPr>
          <a:xfrm>
            <a:off x="273269" y="746234"/>
            <a:ext cx="46350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L1, L2, I4 etc. are the</a:t>
            </a:r>
          </a:p>
          <a:p>
            <a:r>
              <a:rPr lang="en-US" sz="2400" dirty="0">
                <a:solidFill>
                  <a:srgbClr val="FF0000"/>
                </a:solidFill>
              </a:rPr>
              <a:t>NAMES OF THE CONSTANTS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E49CCC1-BE38-00B8-9976-0E4DEFF6E4B2}"/>
              </a:ext>
            </a:extLst>
          </p:cNvPr>
          <p:cNvGrpSpPr/>
          <p:nvPr/>
        </p:nvGrpSpPr>
        <p:grpSpPr>
          <a:xfrm>
            <a:off x="2590800" y="4712262"/>
            <a:ext cx="642280" cy="646331"/>
            <a:chOff x="1008994" y="3272345"/>
            <a:chExt cx="642280" cy="64633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0DE40B5-AD30-7327-31AB-5AEC12F7978A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75A88C7-E6D7-6CB3-8AAE-54057D3903BB}"/>
                </a:ext>
              </a:extLst>
            </p:cNvPr>
            <p:cNvSpPr txBox="1"/>
            <p:nvPr/>
          </p:nvSpPr>
          <p:spPr>
            <a:xfrm>
              <a:off x="1008994" y="3272345"/>
              <a:ext cx="6201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L1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EC5A60A-BD1F-9499-BC90-4AF172FA5511}"/>
              </a:ext>
            </a:extLst>
          </p:cNvPr>
          <p:cNvGrpSpPr/>
          <p:nvPr/>
        </p:nvGrpSpPr>
        <p:grpSpPr>
          <a:xfrm>
            <a:off x="3836275" y="4712262"/>
            <a:ext cx="642280" cy="646331"/>
            <a:chOff x="1008994" y="3272345"/>
            <a:chExt cx="642280" cy="64633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4938640-4B89-1D0B-158C-B30EF32BAB73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60F9579-A921-D8F9-96E2-68CFA2748572}"/>
                </a:ext>
              </a:extLst>
            </p:cNvPr>
            <p:cNvSpPr txBox="1"/>
            <p:nvPr/>
          </p:nvSpPr>
          <p:spPr>
            <a:xfrm>
              <a:off x="1008994" y="3272345"/>
              <a:ext cx="6201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L2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468C70E-9C4E-99E7-5713-A3C8EA72B2D7}"/>
              </a:ext>
            </a:extLst>
          </p:cNvPr>
          <p:cNvGrpSpPr/>
          <p:nvPr/>
        </p:nvGrpSpPr>
        <p:grpSpPr>
          <a:xfrm>
            <a:off x="5077644" y="4712262"/>
            <a:ext cx="642280" cy="646331"/>
            <a:chOff x="1008994" y="3272345"/>
            <a:chExt cx="642280" cy="64633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39B6D1B-C961-D06B-C5AA-75B5F5BC9661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F01F5DA-074E-0A6B-14CD-2D8A192FC3D8}"/>
                </a:ext>
              </a:extLst>
            </p:cNvPr>
            <p:cNvSpPr txBox="1"/>
            <p:nvPr/>
          </p:nvSpPr>
          <p:spPr>
            <a:xfrm>
              <a:off x="1008994" y="3272345"/>
              <a:ext cx="6201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L3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F3F4255-AC20-99EE-6C9E-C45C396F6F8A}"/>
              </a:ext>
            </a:extLst>
          </p:cNvPr>
          <p:cNvGrpSpPr/>
          <p:nvPr/>
        </p:nvGrpSpPr>
        <p:grpSpPr>
          <a:xfrm>
            <a:off x="6421821" y="3613931"/>
            <a:ext cx="642280" cy="646331"/>
            <a:chOff x="1008994" y="3272345"/>
            <a:chExt cx="642280" cy="64633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68EE4B0-E818-039E-24C2-FAD6C311A4AB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F9D80FE-7029-E9F8-F125-E060A7048F8C}"/>
                </a:ext>
              </a:extLst>
            </p:cNvPr>
            <p:cNvSpPr txBox="1"/>
            <p:nvPr/>
          </p:nvSpPr>
          <p:spPr>
            <a:xfrm>
              <a:off x="1008994" y="3272345"/>
              <a:ext cx="6201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L4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289D04-15EC-3D07-C744-239904BFBBDA}"/>
              </a:ext>
            </a:extLst>
          </p:cNvPr>
          <p:cNvGrpSpPr/>
          <p:nvPr/>
        </p:nvGrpSpPr>
        <p:grpSpPr>
          <a:xfrm>
            <a:off x="7698828" y="3613931"/>
            <a:ext cx="642280" cy="646331"/>
            <a:chOff x="1008994" y="3272345"/>
            <a:chExt cx="642280" cy="646331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A6AAE31-0D2C-1E99-01D9-05BA87417D80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D184F32-F129-3D35-539F-5A07C60B6B6E}"/>
                </a:ext>
              </a:extLst>
            </p:cNvPr>
            <p:cNvSpPr txBox="1"/>
            <p:nvPr/>
          </p:nvSpPr>
          <p:spPr>
            <a:xfrm>
              <a:off x="1008994" y="3272345"/>
              <a:ext cx="6201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L5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938B1B-DF42-7E3B-43EE-39CD80D9C5E4}"/>
              </a:ext>
            </a:extLst>
          </p:cNvPr>
          <p:cNvGrpSpPr/>
          <p:nvPr/>
        </p:nvGrpSpPr>
        <p:grpSpPr>
          <a:xfrm>
            <a:off x="9032984" y="3613929"/>
            <a:ext cx="642280" cy="646331"/>
            <a:chOff x="1008994" y="3272345"/>
            <a:chExt cx="642280" cy="64633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2F642AD-C092-722D-5B5E-625305FB5A42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88C435D-9083-E476-67B5-5CFD82943D5F}"/>
                </a:ext>
              </a:extLst>
            </p:cNvPr>
            <p:cNvSpPr txBox="1"/>
            <p:nvPr/>
          </p:nvSpPr>
          <p:spPr>
            <a:xfrm>
              <a:off x="1008994" y="3272345"/>
              <a:ext cx="6201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L6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5F50AFC-2FFB-D8C8-DB84-0AAE3DCF9B48}"/>
              </a:ext>
            </a:extLst>
          </p:cNvPr>
          <p:cNvGrpSpPr/>
          <p:nvPr/>
        </p:nvGrpSpPr>
        <p:grpSpPr>
          <a:xfrm>
            <a:off x="3778467" y="3639448"/>
            <a:ext cx="735725" cy="646331"/>
            <a:chOff x="951186" y="3272343"/>
            <a:chExt cx="735725" cy="646331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3051964-F230-3C36-E08B-9AEAFCFC5E94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87E55E0-7433-C476-379A-1D28B671EAD0}"/>
                </a:ext>
              </a:extLst>
            </p:cNvPr>
            <p:cNvSpPr txBox="1"/>
            <p:nvPr/>
          </p:nvSpPr>
          <p:spPr>
            <a:xfrm>
              <a:off x="951186" y="3272343"/>
              <a:ext cx="7357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I1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32C7A2A-D723-6AD8-3290-2076D88B5DDE}"/>
              </a:ext>
            </a:extLst>
          </p:cNvPr>
          <p:cNvGrpSpPr/>
          <p:nvPr/>
        </p:nvGrpSpPr>
        <p:grpSpPr>
          <a:xfrm>
            <a:off x="4442918" y="2595236"/>
            <a:ext cx="735725" cy="646331"/>
            <a:chOff x="951186" y="3272343"/>
            <a:chExt cx="735725" cy="646331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B831551-70EA-07B7-BAC9-F60AD098BF7B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9FBBB9F-776C-F22C-0141-E38D280B3740}"/>
                </a:ext>
              </a:extLst>
            </p:cNvPr>
            <p:cNvSpPr txBox="1"/>
            <p:nvPr/>
          </p:nvSpPr>
          <p:spPr>
            <a:xfrm>
              <a:off x="951186" y="3272343"/>
              <a:ext cx="7357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I2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B1D6B3E-0286-E41A-5F3A-91A13F7F3355}"/>
              </a:ext>
            </a:extLst>
          </p:cNvPr>
          <p:cNvGrpSpPr/>
          <p:nvPr/>
        </p:nvGrpSpPr>
        <p:grpSpPr>
          <a:xfrm>
            <a:off x="8311875" y="2587954"/>
            <a:ext cx="735725" cy="646331"/>
            <a:chOff x="951186" y="3272343"/>
            <a:chExt cx="735725" cy="64633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98493CB-022D-F1A6-4D4F-DF5BBED5AE80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425002F-873B-FABB-E7F3-46FF8896B5B5}"/>
                </a:ext>
              </a:extLst>
            </p:cNvPr>
            <p:cNvSpPr txBox="1"/>
            <p:nvPr/>
          </p:nvSpPr>
          <p:spPr>
            <a:xfrm>
              <a:off x="951186" y="3272343"/>
              <a:ext cx="7357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I3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8954D76-5241-9A96-55E3-7D58A512CCD6}"/>
              </a:ext>
            </a:extLst>
          </p:cNvPr>
          <p:cNvGrpSpPr/>
          <p:nvPr/>
        </p:nvGrpSpPr>
        <p:grpSpPr>
          <a:xfrm>
            <a:off x="5728136" y="1490352"/>
            <a:ext cx="735725" cy="646331"/>
            <a:chOff x="951186" y="3272343"/>
            <a:chExt cx="735725" cy="64633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6630802-3332-3A7A-F184-EB08C9F77B14}"/>
                </a:ext>
              </a:extLst>
            </p:cNvPr>
            <p:cNvSpPr/>
            <p:nvPr/>
          </p:nvSpPr>
          <p:spPr>
            <a:xfrm>
              <a:off x="1031164" y="3385303"/>
              <a:ext cx="620110" cy="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90217AD-1D61-03AC-8A1B-5C12329C7DD7}"/>
                </a:ext>
              </a:extLst>
            </p:cNvPr>
            <p:cNvSpPr txBox="1"/>
            <p:nvPr/>
          </p:nvSpPr>
          <p:spPr>
            <a:xfrm>
              <a:off x="951186" y="3272343"/>
              <a:ext cx="73572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dirty="0"/>
                <a:t>I4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4537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355307-B39A-0C53-80E2-136F412AF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423" y="579043"/>
            <a:ext cx="7772400" cy="48719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B20AC4-A791-BEDB-3FE1-152D5F72FB62}"/>
              </a:ext>
            </a:extLst>
          </p:cNvPr>
          <p:cNvSpPr txBox="1"/>
          <p:nvPr/>
        </p:nvSpPr>
        <p:spPr>
          <a:xfrm>
            <a:off x="8516303" y="2020604"/>
            <a:ext cx="1678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result</a:t>
            </a:r>
            <a:r>
              <a:rPr lang="en-US" dirty="0"/>
              <a:t> will be?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25AC10-AAD5-FF12-8354-7683F93E751F}"/>
              </a:ext>
            </a:extLst>
          </p:cNvPr>
          <p:cNvSpPr txBox="1"/>
          <p:nvPr/>
        </p:nvSpPr>
        <p:spPr>
          <a:xfrm>
            <a:off x="8516303" y="4026267"/>
            <a:ext cx="1678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result</a:t>
            </a:r>
            <a:r>
              <a:rPr lang="en-US" dirty="0"/>
              <a:t> will be?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F2448E-AE3D-A04D-DEAC-83B45BD3B61B}"/>
              </a:ext>
            </a:extLst>
          </p:cNvPr>
          <p:cNvSpPr txBox="1"/>
          <p:nvPr/>
        </p:nvSpPr>
        <p:spPr>
          <a:xfrm>
            <a:off x="8516303" y="5694811"/>
            <a:ext cx="1678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result</a:t>
            </a:r>
            <a:r>
              <a:rPr lang="en-US" dirty="0"/>
              <a:t> will be?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22D1A9F-C611-23B1-5A5D-BAADB25CB1D3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7798676" y="2205270"/>
            <a:ext cx="717627" cy="41313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B16FA62-F8EB-5CCE-A2D3-01E18C05AF99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7704083" y="4210933"/>
            <a:ext cx="812220" cy="2257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F891C00-CB08-EEB3-CCFC-267A418ACA19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7220607" y="4930821"/>
            <a:ext cx="1295696" cy="9486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1F30E0D-70A8-CD17-3613-C0B996EF2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535" y="2362196"/>
            <a:ext cx="20955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187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0764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0971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8476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10322</TotalTime>
  <Words>221</Words>
  <Application>Microsoft Macintosh PowerPoint</Application>
  <PresentationFormat>Widescreen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TODAY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43</cp:revision>
  <cp:lastPrinted>2024-10-10T16:09:26Z</cp:lastPrinted>
  <dcterms:created xsi:type="dcterms:W3CDTF">2019-10-15T18:58:31Z</dcterms:created>
  <dcterms:modified xsi:type="dcterms:W3CDTF">2026-10-15T02:55:04Z</dcterms:modified>
</cp:coreProperties>
</file>